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640080"/>
            <a:ext cx="4389120" cy="4389120"/>
          </a:xfrm>
          <a:prstGeom prst="arc">
            <a:avLst/>
          </a:prstGeom>
          <a:noFill/>
          <a:ln w="20320">
            <a:solidFill>
              <a:srgbClr val="93C5FD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2468880"/>
            <a:ext cx="2926080" cy="2926080"/>
          </a:xfrm>
          <a:prstGeom prst="arc">
            <a:avLst/>
          </a:prstGeom>
          <a:noFill/>
          <a:ln w="17780">
            <a:solidFill>
              <a:srgbClr val="5EEAD4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566928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0080"/>
            <a:ext cx="8138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D4ED8"/>
                </a:solidFill>
              </a:rPr>
              <a:t>FastAPI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1737360" y="566928"/>
            <a:ext cx="1234440" cy="310896"/>
          </a:xfrm>
          <a:prstGeom prst="roundRect">
            <a:avLst>
              <a:gd name="adj" fmla="val 1764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10512" y="640080"/>
            <a:ext cx="10881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766E"/>
                </a:solidFill>
              </a:rPr>
              <a:t>SQLAlchemy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3090672" y="566928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63824" y="640080"/>
            <a:ext cx="905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5803D"/>
                </a:solidFill>
              </a:rPr>
              <a:t>Telegram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658368" y="14173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2033"/>
                </a:solidFill>
              </a:rPr>
              <a:t>SkillFlow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94944" y="20574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защита архитектуры и паттернов проектирования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4944" y="276148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Учебный проект по курсу «Конструирование программного обеспечения»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143000"/>
            <a:ext cx="406908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03720" y="1143000"/>
            <a:ext cx="73152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23176" y="1307592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Защитная позиция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23176" y="1618488"/>
            <a:ext cx="3685032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Паттерны применены в точках реальной сложности: жизненный цикл, вариативные вопросы, рейтинг, события, интеграция.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6903720" y="2240280"/>
            <a:ext cx="406908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03720" y="2240280"/>
            <a:ext cx="73152" cy="8686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23176" y="2404872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Критерий грамотности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23176" y="2715768"/>
            <a:ext cx="3685032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Каждый паттерн можно объяснить через проблему, альтернативу и выигрыш для сопровождаемости.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6903720" y="3337560"/>
            <a:ext cx="406908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3337560"/>
            <a:ext cx="73152" cy="8686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23176" y="3502152"/>
            <a:ext cx="3685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Главный сценарий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23176" y="3813048"/>
            <a:ext cx="3685032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Создать тест → отправить на модерацию → опубликовать → пройти → получить рейтинг и достижения.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65105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SkillFlow • Конструирование ПО • Защита паттернов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11265408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контекст проекта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Что именно защищаем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242316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25880"/>
            <a:ext cx="73152" cy="10515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490472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Платформа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77824" y="1801368"/>
            <a:ext cx="203911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Создание, модерация и прохождение учебных тестов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3355848" y="1325880"/>
            <a:ext cx="242316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55848" y="1325880"/>
            <a:ext cx="73152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75304" y="1490472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Роли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75304" y="1801368"/>
            <a:ext cx="203911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Студент создает и проходит тесты; преподаватель модерирует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6053328" y="1325880"/>
            <a:ext cx="242316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53328" y="1325880"/>
            <a:ext cx="73152" cy="10515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1490472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Каналы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72784" y="1801368"/>
            <a:ext cx="203911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Web-интерфейс и Telegram-бот работают через общий API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8750808" y="1325880"/>
            <a:ext cx="242316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50808" y="1325880"/>
            <a:ext cx="73152" cy="10515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70264" y="1490472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Геймификация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70264" y="1801368"/>
            <a:ext cx="203911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Рейтинги, достижения, статистика и повторные попытки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914400" y="3035808"/>
            <a:ext cx="102412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033"/>
                </a:solidFill>
              </a:rPr>
              <a:t>Архитектурная сложность появляется не в UI, а в доменных правилах: статусы теста, типы вопросов, расчет баллов, события после прохождения и граница доверия между ботом и backend.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43000" y="420624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07592" y="41605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Система должна одинаково соблюдать правила в web и Telegram.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43000" y="475488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07592" y="47091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Новые типы вопросов и правил рейтинга не должны ломать центральный сценарий.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420624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41605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Модерация не может допускать произвольные переходы статусов.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475488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47091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Достижения и рейтинг должны расширяться без роста монолита TestService.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65105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SkillFlow • Конструирование ПО • Защита паттернов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11265408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структура решения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Архитектура слоями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51560" y="1234440"/>
            <a:ext cx="100584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4081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</a:rPr>
              <a:t>API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80360" y="1417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FastAPI routers, Pydantic schemas, Depends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806440" y="1929384"/>
            <a:ext cx="320040" cy="201168"/>
          </a:xfrm>
          <a:prstGeom prst="downArrow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194560"/>
            <a:ext cx="100584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23682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Services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80360" y="237744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бизнес-сценарии: создание, модерация, прохождение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06440" y="2889504"/>
            <a:ext cx="320040" cy="201168"/>
          </a:xfrm>
          <a:prstGeom prst="down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3154680"/>
            <a:ext cx="100584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33284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Repositories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80360" y="33375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доступ к данным, выборки, блокировки, сохранение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06440" y="3849624"/>
            <a:ext cx="320040" cy="201168"/>
          </a:xfrm>
          <a:prstGeom prst="downArrow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4114800"/>
            <a:ext cx="100584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42885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Models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80360" y="429768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SQLAlchemy-сущности, связи, constraints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5257800"/>
            <a:ext cx="98755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Ключевое правило: роутеры не реализуют предметную область; они передают управление service-слою, который использует репозитории и паттерны доменной логики.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65105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SkillFlow • Конструирование ПО • Защита паттернов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11265408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где что находится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Карта паттернов проекта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07008"/>
            <a:ext cx="329184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07008"/>
            <a:ext cx="73152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371600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Repository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50976" y="1682496"/>
            <a:ext cx="290779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app/repositories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4526280" y="1207008"/>
            <a:ext cx="329184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207008"/>
            <a:ext cx="73152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1371600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State Machine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45736" y="1682496"/>
            <a:ext cx="290779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state_machine.py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8321040" y="1207008"/>
            <a:ext cx="329184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1207008"/>
            <a:ext cx="73152" cy="9601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0496" y="1371600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Observer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40496" y="1682496"/>
            <a:ext cx="290779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event_bus.py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731520" y="2624328"/>
            <a:ext cx="329184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624328"/>
            <a:ext cx="73152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2788920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Strategy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0976" y="3099816"/>
            <a:ext cx="290779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rating_strategy.py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4526280" y="2624328"/>
            <a:ext cx="329184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6280" y="2624328"/>
            <a:ext cx="73152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45736" y="2788920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Factory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45736" y="3099816"/>
            <a:ext cx="290779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question_factory.py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8321040" y="2624328"/>
            <a:ext cx="329184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1040" y="2624328"/>
            <a:ext cx="73152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0496" y="2788920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Builder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40496" y="3099816"/>
            <a:ext cx="290779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test_builder.py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731520" y="4041648"/>
            <a:ext cx="329184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041648"/>
            <a:ext cx="73152" cy="9601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0976" y="4206240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Visitor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50976" y="4517136"/>
            <a:ext cx="290779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scoring_visitor.py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4526280" y="4041648"/>
            <a:ext cx="329184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26280" y="4041648"/>
            <a:ext cx="73152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45736" y="4206240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Adapter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45736" y="4517136"/>
            <a:ext cx="290779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telegram_adapter.py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8321040" y="4041648"/>
            <a:ext cx="329184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4041648"/>
            <a:ext cx="73152" cy="9601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40496" y="4206240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DI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40496" y="4517136"/>
            <a:ext cx="290779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api/deps.py + Depends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65105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SkillFlow • Конструирование ПО • Защита паттернов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11265408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сквозной сценарий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Главный flow: паттерны в работе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475488" cy="47548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66420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234440" y="1746504"/>
            <a:ext cx="1554480" cy="0"/>
          </a:xfrm>
          <a:prstGeom prst="line">
            <a:avLst/>
          </a:prstGeom>
          <a:noFill/>
          <a:ln w="1397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31720"/>
            <a:ext cx="187452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331720"/>
            <a:ext cx="73152" cy="1325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496312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Создание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9536" y="2807208"/>
            <a:ext cx="1490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DI → TestService → Builder → Factory → Repository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2971800" y="1508760"/>
            <a:ext cx="475488" cy="47548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7248" y="166420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0" y="1746504"/>
            <a:ext cx="1554480" cy="0"/>
          </a:xfrm>
          <a:prstGeom prst="line">
            <a:avLst/>
          </a:prstGeom>
          <a:noFill/>
          <a:ln w="13970">
            <a:solidFill>
              <a:srgbClr val="0F76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0360" y="2331720"/>
            <a:ext cx="187452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0360" y="2331720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9816" y="2496312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Модерация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99816" y="2807208"/>
            <a:ext cx="1490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State Machine проверяет submit/approve/reject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5212080" y="1508760"/>
            <a:ext cx="475488" cy="475488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67528" y="166420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15000" y="1746504"/>
            <a:ext cx="1554480" cy="0"/>
          </a:xfrm>
          <a:prstGeom prst="line">
            <a:avLst/>
          </a:prstGeom>
          <a:noFill/>
          <a:ln w="13970">
            <a:solidFill>
              <a:srgbClr val="1580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2331720"/>
            <a:ext cx="187452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2331720"/>
            <a:ext cx="73152" cy="132588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0096" y="2496312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Прохождение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0096" y="2807208"/>
            <a:ext cx="1490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Visitor считает ответы; Strategy выбирает рейтинг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7452360" y="1508760"/>
            <a:ext cx="475488" cy="475488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07808" y="166420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955280" y="1746504"/>
            <a:ext cx="1554480" cy="0"/>
          </a:xfrm>
          <a:prstGeom prst="line">
            <a:avLst/>
          </a:prstGeom>
          <a:noFill/>
          <a:ln w="13970">
            <a:solidFill>
              <a:srgbClr val="B4530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60920" y="2331720"/>
            <a:ext cx="187452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60920" y="2331720"/>
            <a:ext cx="73152" cy="13258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0376" y="2496312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Побочные эффекты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80376" y="2807208"/>
            <a:ext cx="1490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EventBus обновляет рейтинг и достижения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9692640" y="1508760"/>
            <a:ext cx="475488" cy="475488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48088" y="166420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195560" y="1746504"/>
            <a:ext cx="0" cy="0"/>
          </a:xfrm>
          <a:prstGeom prst="line">
            <a:avLst/>
          </a:prstGeom>
          <a:noFill/>
          <a:ln w="13970">
            <a:solidFill>
              <a:srgbClr val="B91C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601200" y="2331720"/>
            <a:ext cx="1874520" cy="1325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01200" y="2331720"/>
            <a:ext cx="73152" cy="13258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20656" y="2496312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Telegram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820656" y="2807208"/>
            <a:ext cx="1490472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Adapter вызывает тот же API, без прямого доступа к БД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1051560" y="5212080"/>
            <a:ext cx="10058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Идея защиты: каждый паттерн включен в рабочий пользовательский сценарий, а не живет отдельной демонстрационной вставкой.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65105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SkillFlow • Конструирование ПО • Защита паттернов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11265408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структурный паттерн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Repository: отделяем домен от хранения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280160"/>
            <a:ext cx="310896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80160"/>
            <a:ext cx="73152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444752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Проблема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42416" y="1755648"/>
            <a:ext cx="272491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TestService работает с тестами, пользователями, рейтингом и попытками, но не должен знать детали SQLAlchemy-запросов.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4434840" y="1280160"/>
            <a:ext cx="310896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280160"/>
            <a:ext cx="73152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54296" y="1444752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Решение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54296" y="1755648"/>
            <a:ext cx="272491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UserRepository, TestRepository, AttemptRepository, RatingRepository и AchievementRepository инкапсулируют доступ к БД.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8046720" y="1280160"/>
            <a:ext cx="310896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280160"/>
            <a:ext cx="73152" cy="1143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444752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Почему нужно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66176" y="1755648"/>
            <a:ext cx="272491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Бизнес-сценарии остаются читаемыми, а транзакционные детали и блокировки можно менять локально.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914400" y="30632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Доказательства в коде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5840" y="361188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35661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app/repositories/base.py: save, delete, get_by_id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05840" y="411480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0432" y="40690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TestRepository.get_full/get_pending отделяет выборки от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361188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356616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RatingRepository.update_score содержит блокировку и пересчет позиций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411480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40690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UserRepository.get_by_active_link_code закрывает Telegram TTL-сценарий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65105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SkillFlow • Конструирование ПО • Защита паттернов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11265408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поведенческий паттерн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State Machine: жизненный цикл теста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2057400" cy="640080"/>
          </a:xfrm>
          <a:prstGeom prst="roundRect">
            <a:avLst>
              <a:gd name="adj" fmla="val 7143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85416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DRAFT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749040" y="1965960"/>
            <a:ext cx="2057400" cy="640080"/>
          </a:xfrm>
          <a:prstGeom prst="roundRect">
            <a:avLst>
              <a:gd name="adj" fmla="val 7143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2185416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PENDING_MODERATION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498080" y="1965960"/>
            <a:ext cx="2057400" cy="640080"/>
          </a:xfrm>
          <a:prstGeom prst="roundRect">
            <a:avLst>
              <a:gd name="adj" fmla="val 7143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2185416"/>
            <a:ext cx="2057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PUBLISHED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80360" y="2121408"/>
            <a:ext cx="566928" cy="310896"/>
          </a:xfrm>
          <a:prstGeom prst="rightArrow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700784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45309"/>
                </a:solidFill>
              </a:rPr>
              <a:t>submit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37960" y="2121408"/>
            <a:ext cx="566928" cy="310896"/>
          </a:xfrm>
          <a:prstGeom prst="rightArrow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5936" y="1700784"/>
            <a:ext cx="9875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803D"/>
                </a:solidFill>
              </a:rPr>
              <a:t>approve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03320" y="3063240"/>
            <a:ext cx="2240280" cy="320040"/>
          </a:xfrm>
          <a:prstGeom prst="leftArrow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349300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</a:rPr>
              <a:t>reject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05840" y="4251960"/>
            <a:ext cx="47548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4251960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416552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Защитный тезис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25296" y="4727448"/>
            <a:ext cx="43708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Статусы теста являются инвариантом предметной области, поэтому таблица переходов должна быть одна.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6400800" y="4251960"/>
            <a:ext cx="448056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4251960"/>
            <a:ext cx="73152" cy="9144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0256" y="441655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Без паттерна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20256" y="4727448"/>
            <a:ext cx="409651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Проверки разъедутся по if-блокам, и один путь сможет нарушить жизненный цикл.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5105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SkillFlow • Конструирование ПО • Защита паттернов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11265408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после доменного события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Observer/EventBus: расширяемые реакции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2377440" cy="777240"/>
          </a:xfrm>
          <a:prstGeom prst="roundRect">
            <a:avLst>
              <a:gd name="adj" fmla="val 5882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55648"/>
            <a:ext cx="2377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TEST_COMPLETED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566160" y="1078992"/>
            <a:ext cx="658368" cy="274320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822960"/>
            <a:ext cx="53949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822960"/>
            <a:ext cx="73152" cy="7498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91456" y="987552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Rating update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91456" y="1298448"/>
            <a:ext cx="501091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обновление рейтинга через RatingRepository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3566160" y="2404872"/>
            <a:ext cx="658368" cy="274320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148840"/>
            <a:ext cx="53949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148840"/>
            <a:ext cx="73152" cy="7498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2313432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Achievement update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91456" y="2624328"/>
            <a:ext cx="501091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выдача достижений через AchievementService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3566160" y="3730752"/>
            <a:ext cx="658368" cy="274320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3474720"/>
            <a:ext cx="53949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3474720"/>
            <a:ext cx="73152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3639312"/>
            <a:ext cx="5010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Structured log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91456" y="3950208"/>
            <a:ext cx="501091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наблюдаемость без изменения ответа API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914400" y="5074920"/>
            <a:ext cx="950976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5074920"/>
            <a:ext cx="73152" cy="676656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33856" y="5239512"/>
            <a:ext cx="9125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Почему не прямые вызовы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33856" y="5550408"/>
            <a:ext cx="9125712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Прохождение теста не должно знать обо всех будущих реакциях. EventBus оставляет core-flow стабильным.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65105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SkillFlow • Конструирование ПО • Защита паттернов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11265408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вариативный алгоритм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Strategy: расчет рейтинга без условного комбайна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233172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73152" cy="11430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490472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Standard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42416" y="1801368"/>
            <a:ext cx="194767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score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3657600" y="1325880"/>
            <a:ext cx="233172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1325880"/>
            <a:ext cx="73152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77056" y="1490472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Bonus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77056" y="1801368"/>
            <a:ext cx="194767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difficulty &gt;= 5 → score * 1.5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6492240" y="1325880"/>
            <a:ext cx="233172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325880"/>
            <a:ext cx="73152" cy="11430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1696" y="1490472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FirstAttempt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11696" y="1801368"/>
            <a:ext cx="194767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score + 50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9326880" y="1325880"/>
            <a:ext cx="2331720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0" y="1325880"/>
            <a:ext cx="73152" cy="1143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46336" y="1490472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Tournament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46336" y="1801368"/>
            <a:ext cx="1947672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score * 2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2743200" y="3337560"/>
            <a:ext cx="658368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1800" y="3593592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RatingStrategyFactory.build(RatingContext(...)) выбирает нужный алгоритм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43000" y="4754880"/>
            <a:ext cx="448056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43000" y="4754880"/>
            <a:ext cx="73152" cy="78638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62456" y="491947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Защита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62456" y="5230368"/>
            <a:ext cx="409651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Правила рейтинга уже имеют разные режимы, значит изменяемый алгоритм лучше вынести.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6537960" y="4754880"/>
            <a:ext cx="448056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37960" y="4754880"/>
            <a:ext cx="73152" cy="78638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57416" y="4919472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Альтернатива хуже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57416" y="5230368"/>
            <a:ext cx="409651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Большой if/elif внутри take_test сделал бы центральный сценарий хрупким.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65105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SkillFlow • Конструирование ПО • Защита паттернов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11265408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порождающие паттерны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Factory + Builder: создание теста как агрегата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438912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34440"/>
            <a:ext cx="73152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399032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Builder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42416" y="1709928"/>
            <a:ext cx="4005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TestBuilder создает Test, считает question_count/max_score, выставляет DRAFT и порядок вопросов.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6400800" y="1234440"/>
            <a:ext cx="438912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234440"/>
            <a:ext cx="73152" cy="1097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0256" y="1399032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Factory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20256" y="1709928"/>
            <a:ext cx="400507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QuestionFactory выбирает SingleChoice, MultipleChoice, TextAnswer или Matching.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5440680" y="1600200"/>
            <a:ext cx="566928" cy="29260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06324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payload TestCreate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0" y="306324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→ Test + Questions + Options/Payload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321040" y="3063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→ persisted aggregate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97280" y="3474720"/>
            <a:ext cx="93268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411480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07592" y="40690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Builder отвечает за целостность всего теста.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43000" y="461772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07592" y="45720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Factory отвечает за вариативность конкретного вопроса.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92240" y="411480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40690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Разделение обязанностей делает добавление нового типа вопроса локальным.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0" y="4617720"/>
            <a:ext cx="73152" cy="7315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45720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Без них TestService получил бы детали сборки всех типов вопросов.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65105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SkillFlow • Конструирование ПО • Защита паттернов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11265408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единый интерфейс score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Visitor: оценивание разных типов вопросов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475488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73152" cy="960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490472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SINGLE_CHOICE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42416" y="1801368"/>
            <a:ext cx="437083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ровно один правильный вариант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6446520" y="1325880"/>
            <a:ext cx="475488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325880"/>
            <a:ext cx="73152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5976" y="1490472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MULTIPLE_CHOICE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65976" y="1801368"/>
            <a:ext cx="437083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частичные баллы и штраф за угадывание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822960" y="2743200"/>
            <a:ext cx="475488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743200"/>
            <a:ext cx="73152" cy="9601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907792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TEXT_ANSWER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3218688"/>
            <a:ext cx="437083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нормализация строки и сравнение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6446520" y="2743200"/>
            <a:ext cx="475488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743200"/>
            <a:ext cx="73152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65976" y="2907792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MATCHING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65976" y="3218688"/>
            <a:ext cx="4370832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доля правильно сопоставленных пар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1143000" y="4709160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</a:rPr>
              <a:t>TestService не знает деталей проверки: он вызывает ScoringVisitor.score(question, answer) и получает QuestionScoreResult.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65105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SkillFlow • Конструирование ПО • Защита паттернов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11265408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интеграция и зависимости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Adapter + DI: чистые границы системы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480060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34440"/>
            <a:ext cx="73152" cy="1234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399032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TelegramAdapter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42416" y="1709928"/>
            <a:ext cx="441655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Бот вызывает backend через HTTP и передает X-Bot-Token/X-Telegram-Id. Прямого доступа к БД нет.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6446520" y="1234440"/>
            <a:ext cx="480060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234440"/>
            <a:ext cx="73152" cy="12344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5976" y="1399032"/>
            <a:ext cx="4416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Dependency Injection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65976" y="1709928"/>
            <a:ext cx="4416552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FastAPI Depends создает DB-сессию, current_user и TestService с нужными репозиториями.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1005840" y="3246120"/>
            <a:ext cx="274320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438144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</a:rPr>
              <a:t>bot/main.py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0" y="3355848"/>
            <a:ext cx="731520" cy="292608"/>
          </a:xfrm>
          <a:prstGeom prst="rightArrow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66360" y="3246120"/>
            <a:ext cx="256032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343814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</a:rPr>
              <a:t>REST API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92440" y="3355848"/>
            <a:ext cx="731520" cy="292608"/>
          </a:xfrm>
          <a:prstGeom prst="rightArrow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3246120"/>
            <a:ext cx="196596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3438144"/>
            <a:ext cx="1965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</a:rPr>
              <a:t>Services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143000" y="4800600"/>
            <a:ext cx="987552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43000" y="4800600"/>
            <a:ext cx="73152" cy="67665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62456" y="4965192"/>
            <a:ext cx="9491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Защитный тезис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62456" y="5276088"/>
            <a:ext cx="9491472" cy="548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Adapter сохраняет единую бизнес-логику для web и Telegram; DI делает зависимости явными и подменяемыми в тестах.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5105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SkillFlow • Конструирование ПО • Защита паттернов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11265408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обоснование выбора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Почему это не перебор паттернов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106070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46304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Вариативность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46120" y="146304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типы вопросов, алгоритмы рейтинга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0" y="1463040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</a:rPr>
              <a:t>Factory, Visitor, Strategy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22960" y="2221992"/>
            <a:ext cx="106070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45059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Жизненный цикл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245059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статусы теста и модерация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0" y="245059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</a:rPr>
              <a:t>State Machine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3209544"/>
            <a:ext cx="106070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43814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Побочные реакции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3438144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рейтинг, достижения, логирование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498080" y="343814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</a:rPr>
              <a:t>Observer/EventBus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" y="4197096"/>
            <a:ext cx="106070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42569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Слои и интеграции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442569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2033"/>
                </a:solidFill>
              </a:rPr>
              <a:t>БД, API, Telegram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98080" y="442569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</a:rPr>
              <a:t>Repository, Adapter, DI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97280" y="5440680"/>
            <a:ext cx="99669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Паттерн считается оправданным, если у него есть конкретная изменяемость или инвариант. В SkillFlow такие точки есть в каждом основном сценарии.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65105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SkillFlow • Конструирование ПО • Защита паттернов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11265408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короткая защита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Готовые ответы комиссии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170432"/>
            <a:ext cx="52120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170432"/>
            <a:ext cx="73152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335024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Почему Repository?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42416" y="1645920"/>
            <a:ext cx="48280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Чтобы бизнес-сценарии не зависели от ORM-запросов и были тестируемыми.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6309360" y="1170432"/>
            <a:ext cx="50749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170432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8816" y="1335024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Почему State Machine?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28816" y="1645920"/>
            <a:ext cx="469087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Статусы теста — доменный инвариант; таблица переходов должна быть единой.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822960" y="2487168"/>
            <a:ext cx="52120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487168"/>
            <a:ext cx="73152" cy="91440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2651760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Почему EventBus?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42416" y="2962656"/>
            <a:ext cx="48280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После прохождения есть независимые реакции; их нельзя вшивать в core-flow.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6309360" y="2487168"/>
            <a:ext cx="50749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487168"/>
            <a:ext cx="73152" cy="9144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2651760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Почему Strategy?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28816" y="2962656"/>
            <a:ext cx="469087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Формулы рейтинга меняются по контексту, значит алгоритм должен быть заменяемым.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822960" y="3803904"/>
            <a:ext cx="521208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803904"/>
            <a:ext cx="73152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2416" y="3968496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Factory vs Builder?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42416" y="4279392"/>
            <a:ext cx="48280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Builder собирает тест целиком; Factory выбирает конкретный тип вопроса.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6309360" y="3803904"/>
            <a:ext cx="507492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3803904"/>
            <a:ext cx="73152" cy="9144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28816" y="3968496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Почему Adapter для Telegram?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28816" y="4279392"/>
            <a:ext cx="469087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Бот остается внешним клиентом API и не дублирует доступ к БД.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65105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SkillFlow • Конструирование ПО • Защита паттернов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1265408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749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Итог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49808" y="14173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033"/>
                </a:solidFill>
              </a:rPr>
              <a:t>SkillFlow защищается как проект с осознанной архитектурой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86384" y="2743200"/>
            <a:ext cx="80467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Паттерны закрывают реальные инженерные риски: рост условной логики, дублирование бизнес-правил, недопустимые состояния, смешивание ORM с доменом и размывание границ Telegram-интеграции.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4672" y="3977640"/>
            <a:ext cx="2606040" cy="310896"/>
          </a:xfrm>
          <a:prstGeom prst="roundRect">
            <a:avLst>
              <a:gd name="adj" fmla="val 1764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4050792"/>
            <a:ext cx="2459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D4ED8"/>
                </a:solidFill>
              </a:rPr>
              <a:t>Локальность изменений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3867912" y="3977640"/>
            <a:ext cx="2606040" cy="310896"/>
          </a:xfrm>
          <a:prstGeom prst="roundRect">
            <a:avLst>
              <a:gd name="adj" fmla="val 17647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41064" y="4050792"/>
            <a:ext cx="2459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766E"/>
                </a:solidFill>
              </a:rPr>
              <a:t>Проверяемые бизнес-правила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804672" y="4544568"/>
            <a:ext cx="2606040" cy="310896"/>
          </a:xfrm>
          <a:prstGeom prst="roundRect">
            <a:avLst>
              <a:gd name="adj" fmla="val 1764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4617720"/>
            <a:ext cx="2459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5803D"/>
                </a:solidFill>
              </a:rPr>
              <a:t>Единая логика для web и Telegram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3867912" y="4544568"/>
            <a:ext cx="2606040" cy="310896"/>
          </a:xfrm>
          <a:prstGeom prst="roundRect">
            <a:avLst>
              <a:gd name="adj" fmla="val 1764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41064" y="4617720"/>
            <a:ext cx="2459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45309"/>
                </a:solidFill>
              </a:rPr>
              <a:t>Расширяемость геймификации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7909560" y="4315968"/>
            <a:ext cx="31089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0160">
            <a:solidFill>
              <a:srgbClr val="D8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09560" y="4315968"/>
            <a:ext cx="73152" cy="74980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9016" y="4480560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Финальная формула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29016" y="4791456"/>
            <a:ext cx="272491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Не «мы использовали паттерны», а «мы закрыли конкретные места изменяемости».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566928" y="6455664"/>
            <a:ext cx="11064240" cy="0"/>
          </a:xfrm>
          <a:prstGeom prst="line">
            <a:avLst/>
          </a:prstGeom>
          <a:noFill/>
          <a:ln w="889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651052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SkillFlow • Конструирование ПО • Защита паттернов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11265408" y="647395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SSTU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SkillFlow: защита архитектуры и паттернов</dc:title>
  <dc:subject>Защита проекта по конструированию ПО</dc:subject>
  <dc:creator>SkillFlow team</dc:creator>
  <cp:lastModifiedBy>SkillFlow team</cp:lastModifiedBy>
  <cp:revision>1</cp:revision>
  <dcterms:created xsi:type="dcterms:W3CDTF">2026-05-19T07:56:23Z</dcterms:created>
  <dcterms:modified xsi:type="dcterms:W3CDTF">2026-05-19T07:56:23Z</dcterms:modified>
</cp:coreProperties>
</file>